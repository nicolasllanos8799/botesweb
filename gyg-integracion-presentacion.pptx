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6294A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629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SEADUCED EXPERIENCE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con GetYourGuide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funciona, qué resolvimos y qué sigue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502920" cy="54864"/>
          </a:xfrm>
          <a:prstGeom prst="rect">
            <a:avLst/>
          </a:prstGeom>
          <a:solidFill>
            <a:srgbClr val="E8834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· Fase piloto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HICIMOS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Conectamos Seaduced Experience con GetYourGuide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GetYourGuide puede consultar en tiempo real qué horarios tenemos disponibles, y enviarnos reservas directamente a nuestro propio sistema.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3566160"/>
          </a:xfrm>
          <a:prstGeom prst="roundRect">
            <a:avLst>
              <a:gd name="adj" fmla="val 3077"/>
            </a:avLst>
          </a:prstGeom>
          <a:solidFill>
            <a:srgbClr val="F5F6F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0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772400" y="3246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conectada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(piloto)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509760" y="2377440"/>
            <a:ext cx="0" cy="173736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84080" y="2560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A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EXITOSA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784080" y="32461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recibida,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 y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reflejada en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y panel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0" y="4480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resto del catálogo sigue funcionando exactamente igual que hasta ahora, sin ningún cambio.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6400800" cy="2011680"/>
          </a:xfrm>
          <a:prstGeom prst="roundRect">
            <a:avLst>
              <a:gd name="adj" fmla="val 5455"/>
            </a:avLst>
          </a:prstGeom>
          <a:solidFill>
            <a:srgbClr val="0F1E3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47472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“Las dos agendas ahora están sincronizadas automáticamente.”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direcciones, una sola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5F6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E88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02996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GetYourGuide → Nosotros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entra sola a nuestro sistema (nombre, email, teléfono, pasajeros).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bloquea el horario automáticamente — no se puede vender dos veces.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 aviso lo manda nuestro propio sistema (ya no GetYourGuide).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evento se crea solo en Google Calendar.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057400"/>
            <a:ext cx="502920" cy="502920"/>
          </a:xfrm>
          <a:prstGeom prst="ellipse">
            <a:avLst/>
          </a:prstGeom>
          <a:solidFill>
            <a:srgbClr val="0F1E35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202996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Nosotros → GetYourGuide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hecha en nuestra web.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Avisamos a GetYourGuide al instante: “este horario ya no está disponible”.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GetYourGuide deja de ofrecer ese horario a otros clientes.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RESOLVEMOS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 sistema frágil a uno robusto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5F6F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574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6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Leíamos los emails de GYG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4617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✗"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cada 15 minutos — no era inmediato.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✗"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Frágil: si GYG cambiaba el email, dejaba de leer los datos.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✗"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prevenía nada: se enteraba después de que ya pasó.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✗"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Cancelaciones no siempre se detectaban bien.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0F1E35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0574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23774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Conexión directa, en tiempo real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2971800"/>
            <a:ext cx="4617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verificados, en el momento exacto de cada reserva.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de horario inmediato — cero doble venta.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no depende del diseño de un correo.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sólida para conectar el resto del catálogo.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0350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Script se mantiene solo para 2 tareas puntuales: crear el evento en Calendar y enviar el email de aviso — ya no lee ni interpreta correos.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ESTA IMPLEMENTACIÓN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buscamos lograr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57400" cy="3566160"/>
          </a:xfrm>
          <a:prstGeom prst="roundRect">
            <a:avLst>
              <a:gd name="adj" fmla="val 4444"/>
            </a:avLst>
          </a:prstGeom>
          <a:solidFill>
            <a:srgbClr val="F5F6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84832"/>
            <a:ext cx="502920" cy="502920"/>
          </a:xfrm>
          <a:prstGeom prst="ellipse">
            <a:avLst/>
          </a:prstGeom>
          <a:solidFill>
            <a:srgbClr val="E883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Cero doble reserva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por completo que se venda el mismo horario dos veces entre GetYourGuide y la web. El objetivo más importante.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8920" y="1828800"/>
            <a:ext cx="2057400" cy="3566160"/>
          </a:xfrm>
          <a:prstGeom prst="roundRect">
            <a:avLst>
              <a:gd name="adj" fmla="val 4444"/>
            </a:avLst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3017520" y="2084832"/>
            <a:ext cx="502920" cy="502920"/>
          </a:xfrm>
          <a:prstGeom prst="ellipse">
            <a:avLst/>
          </a:prstGeom>
          <a:solidFill>
            <a:srgbClr val="E8834A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71800" y="27432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centralizado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971800" y="361188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Reservas, datos de clientes e ingresos en un único sistema propio, sin importar de dónde llegó la reserva.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1828800"/>
            <a:ext cx="2057400" cy="3566160"/>
          </a:xfrm>
          <a:prstGeom prst="roundRect">
            <a:avLst>
              <a:gd name="adj" fmla="val 4444"/>
            </a:avLst>
          </a:prstGeom>
          <a:solidFill>
            <a:srgbClr val="F5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5257800" y="2084832"/>
            <a:ext cx="502920" cy="502920"/>
          </a:xfrm>
          <a:prstGeom prst="ellipse">
            <a:avLst/>
          </a:prstGeom>
          <a:solidFill>
            <a:srgbClr val="E8834A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12080" y="27432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Reemplazar lo frágil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12080" y="361188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atrás el sistema de lectura de emails por una conexión directa y confiable con la disponibilidad real.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69480" y="1828800"/>
            <a:ext cx="2057400" cy="3566160"/>
          </a:xfrm>
          <a:prstGeom prst="roundRect">
            <a:avLst>
              <a:gd name="adj" fmla="val 4444"/>
            </a:avLst>
          </a:prstGeom>
          <a:solidFill>
            <a:srgbClr val="F5F6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0" y="2084832"/>
            <a:ext cx="502920" cy="502920"/>
          </a:xfrm>
          <a:prstGeom prst="ellipse">
            <a:avLst/>
          </a:prstGeom>
          <a:solidFill>
            <a:srgbClr val="E8834A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52360" y="27432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Automatizar todo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52360" y="361188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copiar datos a mano, cero revisar dos sistemas por separado.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509760" y="1828800"/>
            <a:ext cx="2057400" cy="3566160"/>
          </a:xfrm>
          <a:prstGeom prst="roundRect">
            <a:avLst>
              <a:gd name="adj" fmla="val 4444"/>
            </a:avLst>
          </a:prstGeom>
          <a:solidFill>
            <a:srgbClr val="F5F6F8"/>
          </a:solidFill>
          <a:ln/>
        </p:spPr>
      </p:sp>
      <p:sp>
        <p:nvSpPr>
          <p:cNvPr id="25" name="Shape 23"/>
          <p:cNvSpPr/>
          <p:nvPr/>
        </p:nvSpPr>
        <p:spPr>
          <a:xfrm>
            <a:off x="9738360" y="2084832"/>
            <a:ext cx="502920" cy="502920"/>
          </a:xfrm>
          <a:prstGeom prst="ellipse">
            <a:avLst/>
          </a:prstGeom>
          <a:solidFill>
            <a:srgbClr val="E8834A"/>
          </a:solidFill>
          <a:ln/>
        </p:spPr>
      </p:sp>
      <p:sp>
        <p:nvSpPr>
          <p:cNvPr id="26" name="Text 24"/>
          <p:cNvSpPr/>
          <p:nvPr/>
        </p:nvSpPr>
        <p:spPr>
          <a:xfrm>
            <a:off x="973836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692640" y="27432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trabajo manual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692640" y="361188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Quitarle a Mavie el chequeo manual de reservas de un lado y del otro, y el bloqueo a mano de horarios en GetYourGuide.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LA PRUEBA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prueba piloto funcionó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99516" y="2377440"/>
            <a:ext cx="3383280" cy="2560320"/>
          </a:xfrm>
          <a:prstGeom prst="roundRect">
            <a:avLst>
              <a:gd name="adj" fmla="val 3571"/>
            </a:avLst>
          </a:prstGeom>
          <a:solidFill>
            <a:srgbClr val="16294A"/>
          </a:solidFill>
          <a:ln/>
        </p:spPr>
      </p:sp>
      <p:sp>
        <p:nvSpPr>
          <p:cNvPr id="5" name="Text 3"/>
          <p:cNvSpPr/>
          <p:nvPr/>
        </p:nvSpPr>
        <p:spPr>
          <a:xfrm>
            <a:off x="699516" y="26974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8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73836" y="39319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conectada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fase de prueba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2836" y="2377440"/>
            <a:ext cx="3383280" cy="2560320"/>
          </a:xfrm>
          <a:prstGeom prst="roundRect">
            <a:avLst>
              <a:gd name="adj" fmla="val 3571"/>
            </a:avLst>
          </a:prstGeom>
          <a:solidFill>
            <a:srgbClr val="16294A"/>
          </a:solidFill>
          <a:ln/>
        </p:spPr>
      </p:sp>
      <p:sp>
        <p:nvSpPr>
          <p:cNvPr id="8" name="Text 6"/>
          <p:cNvSpPr/>
          <p:nvPr/>
        </p:nvSpPr>
        <p:spPr>
          <a:xfrm>
            <a:off x="4402836" y="26974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8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677156" y="39319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prueba recibida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confirmada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06156" y="2377440"/>
            <a:ext cx="3383280" cy="2560320"/>
          </a:xfrm>
          <a:prstGeom prst="roundRect">
            <a:avLst>
              <a:gd name="adj" fmla="val 3571"/>
            </a:avLst>
          </a:prstGeom>
          <a:solidFill>
            <a:srgbClr val="16294A"/>
          </a:solidFill>
          <a:ln/>
        </p:spPr>
      </p:sp>
      <p:sp>
        <p:nvSpPr>
          <p:cNvPr id="11" name="Text 9"/>
          <p:cNvSpPr/>
          <p:nvPr/>
        </p:nvSpPr>
        <p:spPr>
          <a:xfrm>
            <a:off x="8106156" y="26974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8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380476" y="39319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dobles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detectadas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52120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GetYourGuide consulta la disponibilidad correcta, puede reservar, y esa reserva llega íntegra a nuestro sistema — con calendario, email de aviso y datos del cliente incluidos.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sigue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40080" cy="640080"/>
          </a:xfrm>
          <a:prstGeom prst="ellipse">
            <a:avLst/>
          </a:prstGeom>
          <a:solidFill>
            <a:srgbClr val="E883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catálogo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23317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juntos qué otras experiencias conectar a GetYourGuide.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560320"/>
            <a:ext cx="0" cy="96012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3520440"/>
            <a:ext cx="640080" cy="640080"/>
          </a:xfrm>
          <a:prstGeom prst="ellipse">
            <a:avLst/>
          </a:prstGeom>
          <a:solidFill>
            <a:srgbClr val="E8834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Configurar y probar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63040" y="39319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el mismo proceso de configuración y prueba antes de activar cada una en producción.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160520"/>
            <a:ext cx="0" cy="96012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48640" y="5120640"/>
            <a:ext cx="640080" cy="640080"/>
          </a:xfrm>
          <a:prstGeom prst="ellipse">
            <a:avLst/>
          </a:prstGeom>
          <a:solidFill>
            <a:srgbClr val="E8834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120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74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Monitorear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63040" y="5532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Vigilar las primeras reservas reales de cada experiencia nueva para asegurar que todo funcione sin fricciones.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16294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completo disponible como respaldo escrito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Seaduced Experience · Copenhagen, Denmark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2026-07-27T13:17:06Z</dcterms:created>
  <dcterms:modified xsi:type="dcterms:W3CDTF">2026-07-27T13:17:06Z</dcterms:modified>
</cp:coreProperties>
</file>